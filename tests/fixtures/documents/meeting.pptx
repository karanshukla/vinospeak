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Guild Meeting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Autumn 2025</a:t>
            </a:r>
          </a:p>
          <a:p>
            <a:r>
              <a:t>Harbour hall, 7 pm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Fog horn schedule</a:t>
            </a:r>
          </a:p>
          <a:p>
            <a:r>
              <a:t>New keepers, e.g. two from Gull Rock</a:t>
            </a:r>
          </a:p>
          <a:p>
            <a:r>
              <a:t>Any other business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